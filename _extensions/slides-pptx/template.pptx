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1695" cy="6858000"/>
  <p:notesSz cx="6858000" cy="9144000"/>
  <p:defaultTextStyle>
    <a:defPPr>
      <a:defRPr lang="en-US">
        <a:latin typeface="Fira Sans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Fira Sans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Fira Sans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Fira Sans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Fira Sans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Fira Sans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Fira Sans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Fira Sans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Fira Sans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Fira Sans"/>
        <a:ea typeface="+mn-ea"/>
        <a:cs typeface="+mn-cs"/>
      </a:defRPr>
    </a:lvl9pPr>
  </p:defaultTextStyle>
  <p:extLst>
    <p:ext uri="{EFAFB233-063F-42B5-8137-9DF3F51BA10A}">
      <ns3:sldGuideLst>
        <ns3:guide id="1" orient="horz" pos="1620" userDrawn="1">
          <ns3:clr>
            <a:srgbClr val="A4A3A4"/>
          </ns3:clr>
        </ns3:guide>
        <ns3:guide id="2" pos="2880" userDrawn="1">
          <ns3:clr>
            <a:srgbClr val="A4A3A4"/>
          </ns3:clr>
        </ns3:guide>
      </ns3:sldGuideLst>
    </p:ext>
  </p:extLst>
</p:presentation>
</file>

<file path=ppt/presProps.xml><?xml version="1.0" encoding="utf-8"?>
<p:presentationPr xmlns:ns2="http://schemas.microsoft.com/office/powerpoint/2012/main" xmlns:p="http://schemas.openxmlformats.org/presentationml/2006/main" xmlns:p14="http://schemas.microsoft.com/office/powerpoint/2010/main">
  <p:extLst>
    <p:ext uri="{E76CE94A-603C-4142-B9EB-6D1370010A27}">
      <p14:discardImageEditData val="0"/>
    </p:ext>
    <p:ext uri="{D31A062A-798A-4329-ABDD-BBA856620510}">
      <p14:defaultImageDpi val="0"/>
    </p:ext>
    <p:ext uri="{FD5EFAAD-0ECE-453E-9831-46B23BE46B34}">
      <ns2:chartTrackingRefBased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p14="http://schemas.microsoft.com/office/powerpoint/2010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Fira Sans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Fira Sans"/>
              </a:defRPr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Fira San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Fira Sans"/>
              </a:defRPr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Fira Sans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Fira Sans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Fira Sans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Fira Sans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Fira Sans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Fira Sans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Fira Sans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Fira Sans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Fira Sans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2="http://schemas.microsoft.com/office/powerpoint/2010/main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" y="1828800"/>
            <a:ext cx="11795760" cy="1371600"/>
          </a:xfrm>
        </p:spPr>
        <p:txBody>
          <a:bodyPr anchor="b" lIns="182880" tIns="182880" rIns="182880" bIns="182880"/>
          <a:lstStyle>
            <a:lvl1pPr algn="l">
              <a:defRPr sz="3000">
                <a:latin typeface="Fira San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" y="3200400"/>
            <a:ext cx="11795760" cy="1828800"/>
          </a:xfrm>
        </p:spPr>
        <p:txBody>
          <a:bodyPr lIns="182880" tIns="182880" rIns="182880" bIns="182880" anchor="t"/>
          <a:lstStyle>
            <a:lvl1pPr marL="0" indent="0" algn="l">
              <a:buNone/>
              <a:defRPr sz="2200">
                <a:solidFill>
                  <a:schemeClr val="tx1">
                    <a:tint val="75000"/>
                  </a:schemeClr>
                </a:solidFill>
                <a:latin typeface="Fira Sans"/>
              </a:defRPr>
            </a:lvl1pPr>
            <a:lvl2pPr marL="342900" indent="0" algn="l">
              <a:buNone/>
              <a:defRPr sz="2200">
                <a:solidFill>
                  <a:schemeClr val="tx1">
                    <a:tint val="75000"/>
                  </a:schemeClr>
                </a:solidFill>
                <a:latin typeface="Fira Sans"/>
              </a:defRPr>
            </a:lvl2pPr>
            <a:lvl3pPr marL="685800" indent="0" algn="l">
              <a:buNone/>
              <a:defRPr sz="2200">
                <a:solidFill>
                  <a:schemeClr val="tx1">
                    <a:tint val="75000"/>
                  </a:schemeClr>
                </a:solidFill>
                <a:latin typeface="Fira Sans"/>
              </a:defRPr>
            </a:lvl3pPr>
            <a:lvl4pPr marL="1028700" indent="0" algn="l">
              <a:buNone/>
              <a:defRPr sz="2200">
                <a:solidFill>
                  <a:schemeClr val="tx1">
                    <a:tint val="75000"/>
                  </a:schemeClr>
                </a:solidFill>
                <a:latin typeface="Fira Sans"/>
              </a:defRPr>
            </a:lvl4pPr>
            <a:lvl5pPr marL="1371600" indent="0" algn="l">
              <a:buNone/>
              <a:defRPr sz="2200">
                <a:solidFill>
                  <a:schemeClr val="tx1">
                    <a:tint val="75000"/>
                  </a:schemeClr>
                </a:solidFill>
                <a:latin typeface="Fira Sans"/>
              </a:defRPr>
            </a:lvl5pPr>
            <a:lvl6pPr marL="1714500" indent="0" algn="l">
              <a:buNone/>
              <a:defRPr sz="2200">
                <a:solidFill>
                  <a:schemeClr val="tx1">
                    <a:tint val="75000"/>
                  </a:schemeClr>
                </a:solidFill>
                <a:latin typeface="Fira Sans"/>
              </a:defRPr>
            </a:lvl6pPr>
            <a:lvl7pPr marL="2057400" indent="0" algn="l">
              <a:buNone/>
              <a:defRPr sz="2200">
                <a:solidFill>
                  <a:schemeClr val="tx1">
                    <a:tint val="75000"/>
                  </a:schemeClr>
                </a:solidFill>
                <a:latin typeface="Fira Sans"/>
              </a:defRPr>
            </a:lvl7pPr>
            <a:lvl8pPr marL="2400300" indent="0" algn="l">
              <a:buNone/>
              <a:defRPr sz="2200">
                <a:solidFill>
                  <a:schemeClr val="tx1">
                    <a:tint val="75000"/>
                  </a:schemeClr>
                </a:solidFill>
                <a:latin typeface="Fira Sans"/>
              </a:defRPr>
            </a:lvl8pPr>
            <a:lvl9pPr marL="2743200" indent="0" algn="l">
              <a:buNone/>
              <a:defRPr sz="2200">
                <a:solidFill>
                  <a:schemeClr val="tx1">
                    <a:tint val="75000"/>
                  </a:schemeClr>
                </a:solidFill>
                <a:latin typeface="Fira Sans"/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ns2="http://schemas.microsoft.com/office/powerpoint/2010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182880"/>
            <a:ext cx="11795760" cy="731520"/>
          </a:xfrm>
        </p:spPr>
        <p:txBody>
          <a:bodyPr lIns="182880" tIns="73152" rIns="182880" bIns="73152"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2880" y="914400"/>
            <a:ext cx="11795760" cy="5486400"/>
          </a:xfrm>
        </p:spPr>
        <p:txBody>
          <a:bodyPr lIns="182880" tIns="254000" rIns="182880" bIns="182880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powerpoint/2010/main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2560320"/>
            <a:ext cx="11795760" cy="1371600"/>
          </a:xfrm>
        </p:spPr>
        <p:txBody>
          <a:bodyPr anchor="ctr" lIns="182880" tIns="182880" rIns="182880" bIns="182880"/>
          <a:lstStyle>
            <a:lvl1pPr algn="l">
              <a:defRPr sz="3000" b="0">
                <a:latin typeface="Fira San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2880" y="3931920"/>
            <a:ext cx="11795760" cy="1371600"/>
          </a:xfrm>
        </p:spPr>
        <p:txBody>
          <a:bodyPr anchor="t" lIns="182880" tIns="182880" rIns="182880" bIns="182880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  <a:latin typeface="Fira Sans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  <a:latin typeface="Fira Sans"/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  <a:latin typeface="Fira Sans"/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  <a:latin typeface="Fira Sans"/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  <a:latin typeface="Fira Sans"/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  <a:latin typeface="Fira Sans"/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  <a:latin typeface="Fira Sans"/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  <a:latin typeface="Fira Sans"/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powerpoint/2010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182880"/>
            <a:ext cx="11795760" cy="731520"/>
          </a:xfrm>
        </p:spPr>
        <p:txBody>
          <a:bodyPr lIns="182880" tIns="73152" rIns="182880" bIns="73152"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2880" y="914400"/>
            <a:ext cx="5806440" cy="5486400"/>
          </a:xfrm>
        </p:spPr>
        <p:txBody>
          <a:bodyPr lIns="182880" tIns="254000" rIns="182880" bIns="182880" anchor="t"/>
          <a:lstStyle>
            <a:lvl1pPr>
              <a:defRPr sz="1800">
                <a:latin typeface="Fira Sans"/>
              </a:defRPr>
            </a:lvl1pPr>
            <a:lvl2pPr>
              <a:defRPr sz="1800">
                <a:latin typeface="Fira Sans"/>
              </a:defRPr>
            </a:lvl2pPr>
            <a:lvl3pPr>
              <a:defRPr sz="1500">
                <a:latin typeface="Fira Sans"/>
              </a:defRPr>
            </a:lvl3pPr>
            <a:lvl4pPr>
              <a:defRPr sz="1350">
                <a:latin typeface="Fira Sans"/>
              </a:defRPr>
            </a:lvl4pPr>
            <a:lvl5pPr>
              <a:defRPr sz="1350">
                <a:latin typeface="Fira Sans"/>
              </a:defRPr>
            </a:lvl5pPr>
            <a:lvl6pPr>
              <a:defRPr sz="1350">
                <a:latin typeface="Fira Sans"/>
              </a:defRPr>
            </a:lvl6pPr>
            <a:lvl7pPr>
              <a:defRPr sz="1350">
                <a:latin typeface="Fira Sans"/>
              </a:defRPr>
            </a:lvl7pPr>
            <a:lvl8pPr>
              <a:defRPr sz="1350">
                <a:latin typeface="Fira Sans"/>
              </a:defRPr>
            </a:lvl8pPr>
            <a:lvl9pPr>
              <a:defRPr sz="1350"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914400"/>
            <a:ext cx="5806440" cy="5486400"/>
          </a:xfrm>
        </p:spPr>
        <p:txBody>
          <a:bodyPr lIns="182880" tIns="254000" rIns="182880" bIns="182880" anchor="t"/>
          <a:lstStyle>
            <a:lvl1pPr>
              <a:defRPr sz="1800">
                <a:latin typeface="Fira Sans"/>
              </a:defRPr>
            </a:lvl1pPr>
            <a:lvl2pPr>
              <a:defRPr sz="1800">
                <a:latin typeface="Fira Sans"/>
              </a:defRPr>
            </a:lvl2pPr>
            <a:lvl3pPr>
              <a:defRPr sz="1500">
                <a:latin typeface="Fira Sans"/>
              </a:defRPr>
            </a:lvl3pPr>
            <a:lvl4pPr>
              <a:defRPr sz="1350">
                <a:latin typeface="Fira Sans"/>
              </a:defRPr>
            </a:lvl4pPr>
            <a:lvl5pPr>
              <a:defRPr sz="1350">
                <a:latin typeface="Fira Sans"/>
              </a:defRPr>
            </a:lvl5pPr>
            <a:lvl6pPr>
              <a:defRPr sz="1350">
                <a:latin typeface="Fira Sans"/>
              </a:defRPr>
            </a:lvl6pPr>
            <a:lvl7pPr>
              <a:defRPr sz="1350">
                <a:latin typeface="Fira Sans"/>
              </a:defRPr>
            </a:lvl7pPr>
            <a:lvl8pPr>
              <a:defRPr sz="1350">
                <a:latin typeface="Fira Sans"/>
              </a:defRPr>
            </a:lvl8pPr>
            <a:lvl9pPr>
              <a:defRPr sz="1350"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powerpoint/2010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182880" tIns="182880" rIns="182880" bIns="182880"/>
          <a:lstStyle>
            <a:lvl1pPr>
              <a:defRPr>
                <a:latin typeface="Fira San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 lIns="182880" tIns="182880" rIns="182880" bIns="182880"/>
          <a:lstStyle>
            <a:lvl1pPr marL="0" indent="0">
              <a:buNone/>
              <a:defRPr sz="1800">
                <a:latin typeface="Fira Sans"/>
              </a:defRPr>
            </a:lvl1pPr>
            <a:lvl2pPr marL="342900" indent="0">
              <a:buNone/>
              <a:defRPr sz="1500">
                <a:latin typeface="Fira Sans"/>
              </a:defRPr>
            </a:lvl2pPr>
            <a:lvl3pPr marL="685800" indent="0">
              <a:buNone/>
              <a:defRPr sz="1350">
                <a:latin typeface="Fira Sans"/>
              </a:defRPr>
            </a:lvl3pPr>
            <a:lvl4pPr marL="1028700" indent="0">
              <a:buNone/>
              <a:defRPr sz="1200">
                <a:latin typeface="Fira Sans"/>
              </a:defRPr>
            </a:lvl4pPr>
            <a:lvl5pPr marL="1371600" indent="0">
              <a:buNone/>
              <a:defRPr sz="1200">
                <a:latin typeface="Fira Sans"/>
              </a:defRPr>
            </a:lvl5pPr>
            <a:lvl6pPr marL="1714500" indent="0">
              <a:buNone/>
              <a:defRPr sz="1200">
                <a:latin typeface="Fira Sans"/>
              </a:defRPr>
            </a:lvl6pPr>
            <a:lvl7pPr marL="2057400" indent="0">
              <a:buNone/>
              <a:defRPr sz="1200">
                <a:latin typeface="Fira Sans"/>
              </a:defRPr>
            </a:lvl7pPr>
            <a:lvl8pPr marL="2400300" indent="0">
              <a:buNone/>
              <a:defRPr sz="1200">
                <a:latin typeface="Fira Sans"/>
              </a:defRPr>
            </a:lvl8pPr>
            <a:lvl9pPr marL="2743200" indent="0">
              <a:buNone/>
              <a:defRPr sz="1200"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 lIns="182880" tIns="182880" rIns="182880" bIns="182880"/>
          <a:lstStyle>
            <a:lvl1pPr>
              <a:defRPr sz="1800">
                <a:latin typeface="Fira Sans"/>
              </a:defRPr>
            </a:lvl1pPr>
            <a:lvl2pPr>
              <a:defRPr sz="1500">
                <a:latin typeface="Fira Sans"/>
              </a:defRPr>
            </a:lvl2pPr>
            <a:lvl3pPr>
              <a:defRPr sz="1350">
                <a:latin typeface="Fira Sans"/>
              </a:defRPr>
            </a:lvl3pPr>
            <a:lvl4pPr>
              <a:defRPr sz="1200">
                <a:latin typeface="Fira Sans"/>
              </a:defRPr>
            </a:lvl4pPr>
            <a:lvl5pPr>
              <a:defRPr sz="1200">
                <a:latin typeface="Fira Sans"/>
              </a:defRPr>
            </a:lvl5pPr>
            <a:lvl6pPr>
              <a:defRPr sz="1200">
                <a:latin typeface="Fira Sans"/>
              </a:defRPr>
            </a:lvl6pPr>
            <a:lvl7pPr>
              <a:defRPr sz="1200">
                <a:latin typeface="Fira Sans"/>
              </a:defRPr>
            </a:lvl7pPr>
            <a:lvl8pPr>
              <a:defRPr sz="1200">
                <a:latin typeface="Fira Sans"/>
              </a:defRPr>
            </a:lvl8pPr>
            <a:lvl9pPr>
              <a:defRPr sz="1200"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 lIns="182880" tIns="182880" rIns="182880" bIns="182880"/>
          <a:lstStyle>
            <a:lvl1pPr marL="0" indent="0">
              <a:buNone/>
              <a:defRPr sz="1800">
                <a:latin typeface="Fira Sans"/>
              </a:defRPr>
            </a:lvl1pPr>
            <a:lvl2pPr marL="342900" indent="0">
              <a:buNone/>
              <a:defRPr sz="1500">
                <a:latin typeface="Fira Sans"/>
              </a:defRPr>
            </a:lvl2pPr>
            <a:lvl3pPr marL="685800" indent="0">
              <a:buNone/>
              <a:defRPr sz="1350">
                <a:latin typeface="Fira Sans"/>
              </a:defRPr>
            </a:lvl3pPr>
            <a:lvl4pPr marL="1028700" indent="0">
              <a:buNone/>
              <a:defRPr sz="1200">
                <a:latin typeface="Fira Sans"/>
              </a:defRPr>
            </a:lvl4pPr>
            <a:lvl5pPr marL="1371600" indent="0">
              <a:buNone/>
              <a:defRPr sz="1200">
                <a:latin typeface="Fira Sans"/>
              </a:defRPr>
            </a:lvl5pPr>
            <a:lvl6pPr marL="1714500" indent="0">
              <a:buNone/>
              <a:defRPr sz="1200">
                <a:latin typeface="Fira Sans"/>
              </a:defRPr>
            </a:lvl6pPr>
            <a:lvl7pPr marL="2057400" indent="0">
              <a:buNone/>
              <a:defRPr sz="1200">
                <a:latin typeface="Fira Sans"/>
              </a:defRPr>
            </a:lvl7pPr>
            <a:lvl8pPr marL="2400300" indent="0">
              <a:buNone/>
              <a:defRPr sz="1200">
                <a:latin typeface="Fira Sans"/>
              </a:defRPr>
            </a:lvl8pPr>
            <a:lvl9pPr marL="2743200" indent="0">
              <a:buNone/>
              <a:defRPr sz="1200"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 lIns="182880" tIns="182880" rIns="182880" bIns="182880"/>
          <a:lstStyle>
            <a:lvl1pPr>
              <a:defRPr sz="1800">
                <a:latin typeface="Fira Sans"/>
              </a:defRPr>
            </a:lvl1pPr>
            <a:lvl2pPr>
              <a:defRPr sz="1500">
                <a:latin typeface="Fira Sans"/>
              </a:defRPr>
            </a:lvl2pPr>
            <a:lvl3pPr>
              <a:defRPr sz="1350">
                <a:latin typeface="Fira Sans"/>
              </a:defRPr>
            </a:lvl3pPr>
            <a:lvl4pPr>
              <a:defRPr sz="1200">
                <a:latin typeface="Fira Sans"/>
              </a:defRPr>
            </a:lvl4pPr>
            <a:lvl5pPr>
              <a:defRPr sz="1200">
                <a:latin typeface="Fira Sans"/>
              </a:defRPr>
            </a:lvl5pPr>
            <a:lvl6pPr>
              <a:defRPr sz="1200">
                <a:latin typeface="Fira Sans"/>
              </a:defRPr>
            </a:lvl6pPr>
            <a:lvl7pPr>
              <a:defRPr sz="1200">
                <a:latin typeface="Fira Sans"/>
              </a:defRPr>
            </a:lvl7pPr>
            <a:lvl8pPr>
              <a:defRPr sz="1200">
                <a:latin typeface="Fira Sans"/>
              </a:defRPr>
            </a:lvl8pPr>
            <a:lvl9pPr>
              <a:defRPr sz="1200"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powerpoint/2010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182880"/>
            <a:ext cx="11795760" cy="731520"/>
          </a:xfrm>
        </p:spPr>
        <p:txBody>
          <a:bodyPr lIns="182880" tIns="73152" rIns="182880" bIns="73152"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powerpoint/2010/main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powerpoint/2010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182880"/>
            <a:ext cx="11795760" cy="731520"/>
          </a:xfrm>
        </p:spPr>
        <p:txBody>
          <a:bodyPr anchor="b" lIns="182880" tIns="73152" rIns="182880" bIns="73152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914400"/>
            <a:ext cx="5806440" cy="5486400"/>
          </a:xfrm>
        </p:spPr>
        <p:txBody>
          <a:bodyPr lIns="182880" tIns="254000" rIns="182880" bIns="182880" anchor="t"/>
          <a:lstStyle>
            <a:lvl1pPr>
              <a:defRPr sz="1800">
                <a:latin typeface="Fira Sans"/>
              </a:defRPr>
            </a:lvl1pPr>
            <a:lvl2pPr>
              <a:defRPr sz="2100">
                <a:latin typeface="Fira Sans"/>
              </a:defRPr>
            </a:lvl2pPr>
            <a:lvl3pPr>
              <a:defRPr sz="1800">
                <a:latin typeface="Fira Sans"/>
              </a:defRPr>
            </a:lvl3pPr>
            <a:lvl4pPr>
              <a:defRPr sz="1500">
                <a:latin typeface="Fira Sans"/>
              </a:defRPr>
            </a:lvl4pPr>
            <a:lvl5pPr>
              <a:defRPr sz="1500">
                <a:latin typeface="Fira Sans"/>
              </a:defRPr>
            </a:lvl5pPr>
            <a:lvl6pPr>
              <a:defRPr sz="1500">
                <a:latin typeface="Fira Sans"/>
              </a:defRPr>
            </a:lvl6pPr>
            <a:lvl7pPr>
              <a:defRPr sz="1500">
                <a:latin typeface="Fira Sans"/>
              </a:defRPr>
            </a:lvl7pPr>
            <a:lvl8pPr>
              <a:defRPr sz="1500">
                <a:latin typeface="Fira Sans"/>
              </a:defRPr>
            </a:lvl8pPr>
            <a:lvl9pPr>
              <a:defRPr sz="1500"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2880" y="914400"/>
            <a:ext cx="5806440" cy="5486400"/>
          </a:xfrm>
        </p:spPr>
        <p:txBody>
          <a:bodyPr lIns="182880" tIns="254000" rIns="182880" bIns="182880" anchor="t"/>
          <a:lstStyle>
            <a:lvl1pPr marL="0" indent="0">
              <a:buNone/>
              <a:defRPr sz="1800">
                <a:latin typeface="Fira Sans"/>
              </a:defRPr>
            </a:lvl1pPr>
            <a:lvl2pPr marL="342900" indent="0">
              <a:buNone/>
              <a:defRPr sz="900">
                <a:latin typeface="Fira Sans"/>
              </a:defRPr>
            </a:lvl2pPr>
            <a:lvl3pPr marL="685800" indent="0">
              <a:buNone/>
              <a:defRPr sz="750">
                <a:latin typeface="Fira Sans"/>
              </a:defRPr>
            </a:lvl3pPr>
            <a:lvl4pPr marL="1028700" indent="0">
              <a:buNone/>
              <a:defRPr sz="675">
                <a:latin typeface="Fira Sans"/>
              </a:defRPr>
            </a:lvl4pPr>
            <a:lvl5pPr marL="1371600" indent="0">
              <a:buNone/>
              <a:defRPr sz="675">
                <a:latin typeface="Fira Sans"/>
              </a:defRPr>
            </a:lvl5pPr>
            <a:lvl6pPr marL="1714500" indent="0">
              <a:buNone/>
              <a:defRPr sz="675">
                <a:latin typeface="Fira Sans"/>
              </a:defRPr>
            </a:lvl6pPr>
            <a:lvl7pPr marL="2057400" indent="0">
              <a:buNone/>
              <a:defRPr sz="675">
                <a:latin typeface="Fira Sans"/>
              </a:defRPr>
            </a:lvl7pPr>
            <a:lvl8pPr marL="2400300" indent="0">
              <a:buNone/>
              <a:defRPr sz="675">
                <a:latin typeface="Fira Sans"/>
              </a:defRPr>
            </a:lvl8pPr>
            <a:lvl9pPr marL="2743200" indent="0">
              <a:buNone/>
              <a:defRPr sz="675"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powerpoint/2010/main" xmlns:p="http://schemas.openxmlformats.org/presentationml/2006/main" type="picTx" preserve="1" showMasterSp="0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731520"/>
          </a:xfrm>
        </p:spPr>
        <p:txBody>
          <a:bodyPr anchor="b" lIns="182880" tIns="182880" rIns="182880" bIns="182880"/>
          <a:lstStyle>
            <a:lvl1pPr algn="l">
              <a:defRPr sz="2600">
                <a:latin typeface="Fira San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 lIns="182880" tIns="182880" rIns="182880" bIns="182880"/>
          <a:lstStyle>
            <a:lvl1pPr marL="0" indent="0">
              <a:buNone/>
              <a:defRPr sz="1800">
                <a:latin typeface="Fira Sans"/>
              </a:defRPr>
            </a:lvl1pPr>
            <a:lvl2pPr marL="342900" indent="0">
              <a:buNone/>
              <a:defRPr sz="2100">
                <a:latin typeface="Fira Sans"/>
              </a:defRPr>
            </a:lvl2pPr>
            <a:lvl3pPr marL="685800" indent="0">
              <a:buNone/>
              <a:defRPr sz="1800">
                <a:latin typeface="Fira Sans"/>
              </a:defRPr>
            </a:lvl3pPr>
            <a:lvl4pPr marL="1028700" indent="0">
              <a:buNone/>
              <a:defRPr sz="1500">
                <a:latin typeface="Fira Sans"/>
              </a:defRPr>
            </a:lvl4pPr>
            <a:lvl5pPr marL="1371600" indent="0">
              <a:buNone/>
              <a:defRPr sz="1500">
                <a:latin typeface="Fira Sans"/>
              </a:defRPr>
            </a:lvl5pPr>
            <a:lvl6pPr marL="1714500" indent="0">
              <a:buNone/>
              <a:defRPr sz="1500">
                <a:latin typeface="Fira Sans"/>
              </a:defRPr>
            </a:lvl6pPr>
            <a:lvl7pPr marL="2057400" indent="0">
              <a:buNone/>
              <a:defRPr sz="1500">
                <a:latin typeface="Fira Sans"/>
              </a:defRPr>
            </a:lvl7pPr>
            <a:lvl8pPr marL="2400300" indent="0">
              <a:buNone/>
              <a:defRPr sz="1500">
                <a:latin typeface="Fira Sans"/>
              </a:defRPr>
            </a:lvl8pPr>
            <a:lvl9pPr marL="2743200" indent="0">
              <a:buNone/>
              <a:defRPr sz="1500">
                <a:latin typeface="Fira Sans"/>
              </a:defRPr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 lIns="182880" tIns="182880" rIns="182880" bIns="182880"/>
          <a:lstStyle>
            <a:lvl1pPr marL="0" indent="0">
              <a:buNone/>
              <a:defRPr sz="1800">
                <a:latin typeface="Fira Sans"/>
              </a:defRPr>
            </a:lvl1pPr>
            <a:lvl2pPr marL="342900" indent="0">
              <a:buNone/>
              <a:defRPr sz="900">
                <a:latin typeface="Fira Sans"/>
              </a:defRPr>
            </a:lvl2pPr>
            <a:lvl3pPr marL="685800" indent="0">
              <a:buNone/>
              <a:defRPr sz="750">
                <a:latin typeface="Fira Sans"/>
              </a:defRPr>
            </a:lvl3pPr>
            <a:lvl4pPr marL="1028700" indent="0">
              <a:buNone/>
              <a:defRPr sz="675">
                <a:latin typeface="Fira Sans"/>
              </a:defRPr>
            </a:lvl4pPr>
            <a:lvl5pPr marL="1371600" indent="0">
              <a:buNone/>
              <a:defRPr sz="675">
                <a:latin typeface="Fira Sans"/>
              </a:defRPr>
            </a:lvl5pPr>
            <a:lvl6pPr marL="1714500" indent="0">
              <a:buNone/>
              <a:defRPr sz="675">
                <a:latin typeface="Fira Sans"/>
              </a:defRPr>
            </a:lvl6pPr>
            <a:lvl7pPr marL="2057400" indent="0">
              <a:buNone/>
              <a:defRPr sz="675">
                <a:latin typeface="Fira Sans"/>
              </a:defRPr>
            </a:lvl7pPr>
            <a:lvl8pPr marL="2400300" indent="0">
              <a:buNone/>
              <a:defRPr sz="675">
                <a:latin typeface="Fira Sans"/>
              </a:defRPr>
            </a:lvl8pPr>
            <a:lvl9pPr marL="2743200" indent="0">
              <a:buNone/>
              <a:defRPr sz="675"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powerpoint/2010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182880" tIns="182880" rIns="182880" bIns="18288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182880" tIns="182880" rIns="182880" bIns="18288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powerpoint/2010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731520"/>
          </a:xfrm>
        </p:spPr>
        <p:txBody>
          <a:bodyPr vert="eaVert" lIns="182880" tIns="182880" rIns="182880" bIns="18288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 lIns="182880" tIns="182880" rIns="182880" bIns="18288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ns2="http://schemas.microsoft.com/office/powerpoint/2010/main" xmlns:ns3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2880" y="182880"/>
            <a:ext cx="11795760" cy="731520"/>
          </a:xfrm>
          <a:prstGeom prst="rect">
            <a:avLst/>
          </a:prstGeom>
        </p:spPr>
        <p:txBody>
          <a:bodyPr vert="horz" lIns="182880" tIns="73152" rIns="182880" bIns="73152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2880" y="914400"/>
            <a:ext cx="11795760" cy="5486400"/>
          </a:xfrm>
          <a:prstGeom prst="rect">
            <a:avLst/>
          </a:prstGeom>
        </p:spPr>
        <p:txBody>
          <a:bodyPr vert="horz" lIns="182880" tIns="254000" rIns="182880" bIns="18288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82880" y="6400800"/>
            <a:ext cx="1828800" cy="457200"/>
          </a:xfrm>
          <a:prstGeom prst="rect">
            <a:avLst/>
          </a:prstGeom>
        </p:spPr>
        <p:txBody>
          <a:bodyPr vert="horz" lIns="182880" tIns="182880" rIns="182880" bIns="18288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Fira Sans"/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81447" y="6400800"/>
            <a:ext cx="1828800" cy="457200"/>
          </a:xfrm>
          <a:prstGeom prst="rect">
            <a:avLst/>
          </a:prstGeom>
        </p:spPr>
        <p:txBody>
          <a:bodyPr vert="horz" lIns="182880" tIns="182880" rIns="182880" bIns="18288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Fira San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49840" y="6400800"/>
            <a:ext cx="1828800" cy="457200"/>
          </a:xfrm>
          <a:prstGeom prst="rect">
            <a:avLst/>
          </a:prstGeom>
        </p:spPr>
        <p:txBody>
          <a:bodyPr vert="horz" lIns="182880" tIns="182880" rIns="182880" bIns="18288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Fira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ns3:id="rId1"/>
    <p:sldLayoutId id="2147483650" ns3:id="rId2"/>
    <p:sldLayoutId id="2147483651" ns3:id="rId3"/>
    <p:sldLayoutId id="2147483652" ns3:id="rId4"/>
    <p:sldLayoutId id="2147483653" ns3:id="rId5"/>
    <p:sldLayoutId id="2147483654" ns3:id="rId6"/>
    <p:sldLayoutId id="2147483655" ns3:id="rId7"/>
    <p:sldLayoutId id="2147483656" ns3:id="rId8"/>
    <p:sldLayoutId id="2147483657" ns3:id="rId9"/>
    <p:sldLayoutId id="2147483658" ns3:id="rId10"/>
    <p:sldLayoutId id="2147483659" ns3:id="rId11"/>
  </p:sldLayoutIdLst>
  <p:txStyles>
    <p:titleStyle>
      <a:lvl1pPr algn="l" defTabSz="342900" rtl="0" eaLnBrk="1" latinLnBrk="0" hangingPunct="1">
        <a:spcBef>
          <a:spcPct val="0"/>
        </a:spcBef>
        <a:buNone/>
        <a:defRPr sz="2600" b="1" kern="1200">
          <a:solidFill>
            <a:schemeClr val="tx1"/>
          </a:solidFill>
          <a:latin typeface="Fira Sans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Fira Sans"/>
        <a:buChar char="•"/>
        <a:defRPr sz="1800" kern="1200">
          <a:solidFill>
            <a:schemeClr val="tx1"/>
          </a:solidFill>
          <a:latin typeface="Fira Sans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Fira Sans"/>
        <a:buChar char="–"/>
        <a:defRPr sz="1600" kern="1200">
          <a:solidFill>
            <a:schemeClr val="tx1"/>
          </a:solidFill>
          <a:latin typeface="Fira Sans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Fira Sans"/>
        <a:buChar char="•"/>
        <a:defRPr sz="1500" kern="1200">
          <a:solidFill>
            <a:schemeClr val="tx1"/>
          </a:solidFill>
          <a:latin typeface="Fira Sans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Fira Sans"/>
        <a:buChar char="–"/>
        <a:defRPr sz="1500" kern="1200">
          <a:solidFill>
            <a:schemeClr val="tx1"/>
          </a:solidFill>
          <a:latin typeface="Fira Sans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Fira Sans"/>
        <a:buChar char="»"/>
        <a:defRPr sz="1500" kern="1200">
          <a:solidFill>
            <a:schemeClr val="tx1"/>
          </a:solidFill>
          <a:latin typeface="Fira Sans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Fira Sans"/>
        <a:buChar char="•"/>
        <a:defRPr sz="1500" kern="1200">
          <a:solidFill>
            <a:schemeClr val="tx1"/>
          </a:solidFill>
          <a:latin typeface="Fira Sans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Fira Sans"/>
        <a:buChar char="•"/>
        <a:defRPr sz="1500" kern="1200">
          <a:solidFill>
            <a:schemeClr val="tx1"/>
          </a:solidFill>
          <a:latin typeface="Fira Sans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Fira Sans"/>
        <a:buChar char="•"/>
        <a:defRPr sz="1500" kern="1200">
          <a:solidFill>
            <a:schemeClr val="tx1"/>
          </a:solidFill>
          <a:latin typeface="Fira Sans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Fira Sans"/>
        <a:buChar char="•"/>
        <a:defRPr sz="1500" kern="1200">
          <a:solidFill>
            <a:schemeClr val="tx1"/>
          </a:solidFill>
          <a:latin typeface="Fira Sans"/>
          <a:ea typeface="+mn-ea"/>
          <a:cs typeface="+mn-cs"/>
        </a:defRPr>
      </a:lvl9pPr>
    </p:bodyStyle>
    <p:otherStyle>
      <a:defPPr>
        <a:defRPr lang="en-US">
          <a:latin typeface="Fira Sans"/>
        </a:defRPr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Fira Sans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Fira Sans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Fira Sans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Fira Sans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Fira Sans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Fira Sans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Fira Sans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Fira Sans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Fira Sans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</p:spTree>
    <p:extLst>
      <p:ext uri="{BB962C8B-B14F-4D97-AF65-F5344CB8AC3E}">
        <p14:creationId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</p:sp>
    </p:spTree>
    <p:extLst>
      <p:ext uri="{BB962C8B-B14F-4D97-AF65-F5344CB8AC3E}">
        <p14:creationId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</p:spTree>
    <p:extLst>
      <p:ext uri="{BB962C8B-B14F-4D97-AF65-F5344CB8AC3E}">
        <p14:creationId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rgbClr val="FAFAFA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E66F5"/>
      </a:hlink>
      <a:folHlink>
        <a:srgbClr val="1E66F5"/>
      </a:folHlink>
    </a:clrScheme>
    <a:fontScheme name="Office">
      <a:majorFont>
        <a:latin typeface="Fira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ira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ysClr val="windowText" lastClr="000000"/>
      </a:dk1>
      <a:lt1>
        <a:srgbClr val="FAFAFA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1E66F5"/>
      </a:hlink>
      <a:folHlink>
        <a:srgbClr val="1E66F5"/>
      </a:folHlink>
    </a:clrScheme>
    <a:fontScheme name="Office">
      <a:majorFont>
        <a:latin typeface="Fira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ira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ns1:themeFamily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Jesse Rosenthal</cp:lastModifiedBy>
  <cp:revision>5</cp:revision>
  <dcterms:created xsi:type="dcterms:W3CDTF">2017-06-05T14:10:58Z</dcterms:created>
  <dcterms:modified xsi:type="dcterms:W3CDTF">2022-01-02T22:49:03Z</dcterms:modified>
</cp:coreProperties>
</file>