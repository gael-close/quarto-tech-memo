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1695" cy="6858000"/>
  <p:notesSz cx="6858000" cy="9144000"/>
  <p:defaultTextStyle>
    <a:defPPr>
      <a:defRPr lang="en-US">
        <a:latin typeface="Fira Sans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Fira Sans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0"/>
    </p:ext>
    <p:ext uri="{FD5EFAAD-0ECE-453E-9831-46B23BE46B34}">
      <ns2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ira Sans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ira Sans"/>
              </a:defRPr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ira San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ira Sans"/>
              </a:defRPr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Fira San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1828800"/>
            <a:ext cx="11795760" cy="1371600"/>
          </a:xfrm>
        </p:spPr>
        <p:txBody>
          <a:bodyPr anchor="b" lIns="182880" tIns="182880" rIns="182880" bIns="182880"/>
          <a:lstStyle>
            <a:lvl1pPr algn="l">
              <a:defRPr sz="300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" y="3200400"/>
            <a:ext cx="11795760" cy="1828800"/>
          </a:xfrm>
        </p:spPr>
        <p:txBody>
          <a:bodyPr lIns="182880" tIns="182880" rIns="182880" bIns="182880" anchor="t"/>
          <a:lstStyle>
            <a:lvl1pPr marL="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  <a:lvl2pPr marL="3429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2pPr>
            <a:lvl3pPr marL="6858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3pPr>
            <a:lvl4pPr marL="10287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4pPr>
            <a:lvl5pPr marL="13716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5pPr>
            <a:lvl6pPr marL="17145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6pPr>
            <a:lvl7pPr marL="20574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7pPr>
            <a:lvl8pPr marL="24003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8pPr>
            <a:lvl9pPr marL="2743200" indent="0" algn="l">
              <a:buNone/>
              <a:defRPr sz="2200">
                <a:solidFill>
                  <a:schemeClr val="tx1">
                    <a:tint val="75000"/>
                  </a:schemeClr>
                </a:solidFill>
                <a:latin typeface="Fira San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14400"/>
            <a:ext cx="11795760" cy="5486400"/>
          </a:xfrm>
        </p:spPr>
        <p:txBody>
          <a:bodyPr lIns="182880" tIns="254000" rIns="182880" bIns="182880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560320"/>
            <a:ext cx="11795760" cy="1371600"/>
          </a:xfrm>
        </p:spPr>
        <p:txBody>
          <a:bodyPr anchor="ctr" lIns="182880" tIns="182880" rIns="182880" bIns="182880"/>
          <a:lstStyle>
            <a:lvl1pPr algn="l">
              <a:defRPr sz="300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3931920"/>
            <a:ext cx="11795760" cy="1371600"/>
          </a:xfrm>
        </p:spPr>
        <p:txBody>
          <a:bodyPr anchor="t" lIns="182880" tIns="182880" rIns="182880" bIns="182880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  <a:latin typeface="Fira Sans"/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  <a:latin typeface="Fira Sans"/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1800">
                <a:latin typeface="Fira Sans"/>
              </a:defRPr>
            </a:lvl2pPr>
            <a:lvl3pPr>
              <a:defRPr sz="1500">
                <a:latin typeface="Fira Sans"/>
              </a:defRPr>
            </a:lvl3pPr>
            <a:lvl4pPr>
              <a:defRPr sz="1350">
                <a:latin typeface="Fira Sans"/>
              </a:defRPr>
            </a:lvl4pPr>
            <a:lvl5pPr>
              <a:defRPr sz="1350">
                <a:latin typeface="Fira Sans"/>
              </a:defRPr>
            </a:lvl5pPr>
            <a:lvl6pPr>
              <a:defRPr sz="1350">
                <a:latin typeface="Fira Sans"/>
              </a:defRPr>
            </a:lvl6pPr>
            <a:lvl7pPr>
              <a:defRPr sz="1350">
                <a:latin typeface="Fira Sans"/>
              </a:defRPr>
            </a:lvl7pPr>
            <a:lvl8pPr>
              <a:defRPr sz="1350">
                <a:latin typeface="Fira Sans"/>
              </a:defRPr>
            </a:lvl8pPr>
            <a:lvl9pPr>
              <a:defRPr sz="135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1800">
                <a:latin typeface="Fira Sans"/>
              </a:defRPr>
            </a:lvl2pPr>
            <a:lvl3pPr>
              <a:defRPr sz="1500">
                <a:latin typeface="Fira Sans"/>
              </a:defRPr>
            </a:lvl3pPr>
            <a:lvl4pPr>
              <a:defRPr sz="1350">
                <a:latin typeface="Fira Sans"/>
              </a:defRPr>
            </a:lvl4pPr>
            <a:lvl5pPr>
              <a:defRPr sz="1350">
                <a:latin typeface="Fira Sans"/>
              </a:defRPr>
            </a:lvl5pPr>
            <a:lvl6pPr>
              <a:defRPr sz="1350">
                <a:latin typeface="Fira Sans"/>
              </a:defRPr>
            </a:lvl6pPr>
            <a:lvl7pPr>
              <a:defRPr sz="1350">
                <a:latin typeface="Fira Sans"/>
              </a:defRPr>
            </a:lvl7pPr>
            <a:lvl8pPr>
              <a:defRPr sz="1350">
                <a:latin typeface="Fira Sans"/>
              </a:defRPr>
            </a:lvl8pPr>
            <a:lvl9pPr>
              <a:defRPr sz="135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>
            <a:lvl1pPr>
              <a:defRPr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1500">
                <a:latin typeface="Fira Sans"/>
              </a:defRPr>
            </a:lvl2pPr>
            <a:lvl3pPr marL="685800" indent="0">
              <a:buNone/>
              <a:defRPr sz="1350">
                <a:latin typeface="Fira Sans"/>
              </a:defRPr>
            </a:lvl3pPr>
            <a:lvl4pPr marL="1028700" indent="0">
              <a:buNone/>
              <a:defRPr sz="1200">
                <a:latin typeface="Fira Sans"/>
              </a:defRPr>
            </a:lvl4pPr>
            <a:lvl5pPr marL="1371600" indent="0">
              <a:buNone/>
              <a:defRPr sz="1200">
                <a:latin typeface="Fira Sans"/>
              </a:defRPr>
            </a:lvl5pPr>
            <a:lvl6pPr marL="1714500" indent="0">
              <a:buNone/>
              <a:defRPr sz="1200">
                <a:latin typeface="Fira Sans"/>
              </a:defRPr>
            </a:lvl6pPr>
            <a:lvl7pPr marL="2057400" indent="0">
              <a:buNone/>
              <a:defRPr sz="1200">
                <a:latin typeface="Fira Sans"/>
              </a:defRPr>
            </a:lvl7pPr>
            <a:lvl8pPr marL="2400300" indent="0">
              <a:buNone/>
              <a:defRPr sz="1200">
                <a:latin typeface="Fira Sans"/>
              </a:defRPr>
            </a:lvl8pPr>
            <a:lvl9pPr marL="2743200" indent="0">
              <a:buNone/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 lIns="182880" tIns="182880" rIns="182880" bIns="182880"/>
          <a:lstStyle>
            <a:lvl1pPr>
              <a:defRPr sz="1800">
                <a:latin typeface="Fira Sans"/>
              </a:defRPr>
            </a:lvl1pPr>
            <a:lvl2pPr>
              <a:defRPr sz="1500">
                <a:latin typeface="Fira Sans"/>
              </a:defRPr>
            </a:lvl2pPr>
            <a:lvl3pPr>
              <a:defRPr sz="1350">
                <a:latin typeface="Fira Sans"/>
              </a:defRPr>
            </a:lvl3pPr>
            <a:lvl4pPr>
              <a:defRPr sz="1200">
                <a:latin typeface="Fira Sans"/>
              </a:defRPr>
            </a:lvl4pPr>
            <a:lvl5pPr>
              <a:defRPr sz="1200">
                <a:latin typeface="Fira Sans"/>
              </a:defRPr>
            </a:lvl5pPr>
            <a:lvl6pPr>
              <a:defRPr sz="1200">
                <a:latin typeface="Fira Sans"/>
              </a:defRPr>
            </a:lvl6pPr>
            <a:lvl7pPr>
              <a:defRPr sz="1200">
                <a:latin typeface="Fira Sans"/>
              </a:defRPr>
            </a:lvl7pPr>
            <a:lvl8pPr>
              <a:defRPr sz="1200">
                <a:latin typeface="Fira Sans"/>
              </a:defRPr>
            </a:lvl8pPr>
            <a:lvl9pPr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1500">
                <a:latin typeface="Fira Sans"/>
              </a:defRPr>
            </a:lvl2pPr>
            <a:lvl3pPr marL="685800" indent="0">
              <a:buNone/>
              <a:defRPr sz="1350">
                <a:latin typeface="Fira Sans"/>
              </a:defRPr>
            </a:lvl3pPr>
            <a:lvl4pPr marL="1028700" indent="0">
              <a:buNone/>
              <a:defRPr sz="1200">
                <a:latin typeface="Fira Sans"/>
              </a:defRPr>
            </a:lvl4pPr>
            <a:lvl5pPr marL="1371600" indent="0">
              <a:buNone/>
              <a:defRPr sz="1200">
                <a:latin typeface="Fira Sans"/>
              </a:defRPr>
            </a:lvl5pPr>
            <a:lvl6pPr marL="1714500" indent="0">
              <a:buNone/>
              <a:defRPr sz="1200">
                <a:latin typeface="Fira Sans"/>
              </a:defRPr>
            </a:lvl6pPr>
            <a:lvl7pPr marL="2057400" indent="0">
              <a:buNone/>
              <a:defRPr sz="1200">
                <a:latin typeface="Fira Sans"/>
              </a:defRPr>
            </a:lvl7pPr>
            <a:lvl8pPr marL="2400300" indent="0">
              <a:buNone/>
              <a:defRPr sz="1200">
                <a:latin typeface="Fira Sans"/>
              </a:defRPr>
            </a:lvl8pPr>
            <a:lvl9pPr marL="2743200" indent="0">
              <a:buNone/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 lIns="182880" tIns="182880" rIns="182880" bIns="182880"/>
          <a:lstStyle>
            <a:lvl1pPr>
              <a:defRPr sz="1800">
                <a:latin typeface="Fira Sans"/>
              </a:defRPr>
            </a:lvl1pPr>
            <a:lvl2pPr>
              <a:defRPr sz="1500">
                <a:latin typeface="Fira Sans"/>
              </a:defRPr>
            </a:lvl2pPr>
            <a:lvl3pPr>
              <a:defRPr sz="1350">
                <a:latin typeface="Fira Sans"/>
              </a:defRPr>
            </a:lvl3pPr>
            <a:lvl4pPr>
              <a:defRPr sz="1200">
                <a:latin typeface="Fira Sans"/>
              </a:defRPr>
            </a:lvl4pPr>
            <a:lvl5pPr>
              <a:defRPr sz="1200">
                <a:latin typeface="Fira Sans"/>
              </a:defRPr>
            </a:lvl5pPr>
            <a:lvl6pPr>
              <a:defRPr sz="1200">
                <a:latin typeface="Fira Sans"/>
              </a:defRPr>
            </a:lvl6pPr>
            <a:lvl7pPr>
              <a:defRPr sz="1200">
                <a:latin typeface="Fira Sans"/>
              </a:defRPr>
            </a:lvl7pPr>
            <a:lvl8pPr>
              <a:defRPr sz="1200">
                <a:latin typeface="Fira Sans"/>
              </a:defRPr>
            </a:lvl8pPr>
            <a:lvl9pPr>
              <a:defRPr sz="12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lIns="182880" tIns="73152" rIns="182880" bIns="73152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</p:spPr>
        <p:txBody>
          <a:bodyPr anchor="b" lIns="182880" tIns="73152" rIns="182880" bIns="7315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914400"/>
            <a:ext cx="5806440" cy="5486400"/>
          </a:xfrm>
        </p:spPr>
        <p:txBody>
          <a:bodyPr lIns="182880" tIns="254000" rIns="182880" bIns="182880" anchor="t"/>
          <a:lstStyle>
            <a:lvl1pPr>
              <a:defRPr sz="1800">
                <a:latin typeface="Fira Sans"/>
              </a:defRPr>
            </a:lvl1pPr>
            <a:lvl2pPr>
              <a:defRPr sz="2100">
                <a:latin typeface="Fira Sans"/>
              </a:defRPr>
            </a:lvl2pPr>
            <a:lvl3pPr>
              <a:defRPr sz="1800">
                <a:latin typeface="Fira Sans"/>
              </a:defRPr>
            </a:lvl3pPr>
            <a:lvl4pPr>
              <a:defRPr sz="1500">
                <a:latin typeface="Fira Sans"/>
              </a:defRPr>
            </a:lvl4pPr>
            <a:lvl5pPr>
              <a:defRPr sz="1500">
                <a:latin typeface="Fira Sans"/>
              </a:defRPr>
            </a:lvl5pPr>
            <a:lvl6pPr>
              <a:defRPr sz="1500">
                <a:latin typeface="Fira Sans"/>
              </a:defRPr>
            </a:lvl6pPr>
            <a:lvl7pPr>
              <a:defRPr sz="1500">
                <a:latin typeface="Fira Sans"/>
              </a:defRPr>
            </a:lvl7pPr>
            <a:lvl8pPr>
              <a:defRPr sz="1500">
                <a:latin typeface="Fira Sans"/>
              </a:defRPr>
            </a:lvl8pPr>
            <a:lvl9pPr>
              <a:defRPr sz="1500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" y="914400"/>
            <a:ext cx="5806440" cy="5486400"/>
          </a:xfrm>
        </p:spPr>
        <p:txBody>
          <a:bodyPr lIns="182880" tIns="254000" rIns="182880" bIns="182880" anchor="t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900">
                <a:latin typeface="Fira Sans"/>
              </a:defRPr>
            </a:lvl2pPr>
            <a:lvl3pPr marL="685800" indent="0">
              <a:buNone/>
              <a:defRPr sz="750">
                <a:latin typeface="Fira Sans"/>
              </a:defRPr>
            </a:lvl3pPr>
            <a:lvl4pPr marL="1028700" indent="0">
              <a:buNone/>
              <a:defRPr sz="675">
                <a:latin typeface="Fira Sans"/>
              </a:defRPr>
            </a:lvl4pPr>
            <a:lvl5pPr marL="1371600" indent="0">
              <a:buNone/>
              <a:defRPr sz="675">
                <a:latin typeface="Fira Sans"/>
              </a:defRPr>
            </a:lvl5pPr>
            <a:lvl6pPr marL="1714500" indent="0">
              <a:buNone/>
              <a:defRPr sz="675">
                <a:latin typeface="Fira Sans"/>
              </a:defRPr>
            </a:lvl6pPr>
            <a:lvl7pPr marL="2057400" indent="0">
              <a:buNone/>
              <a:defRPr sz="675">
                <a:latin typeface="Fira Sans"/>
              </a:defRPr>
            </a:lvl7pPr>
            <a:lvl8pPr marL="2400300" indent="0">
              <a:buNone/>
              <a:defRPr sz="675">
                <a:latin typeface="Fira Sans"/>
              </a:defRPr>
            </a:lvl8pPr>
            <a:lvl9pPr marL="2743200" indent="0">
              <a:buNone/>
              <a:defRPr sz="675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731520"/>
          </a:xfrm>
        </p:spPr>
        <p:txBody>
          <a:bodyPr anchor="b" lIns="182880" tIns="182880" rIns="182880" bIns="182880"/>
          <a:lstStyle>
            <a:lvl1pPr algn="l">
              <a:defRPr sz="2600">
                <a:latin typeface="Fira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2100">
                <a:latin typeface="Fira Sans"/>
              </a:defRPr>
            </a:lvl2pPr>
            <a:lvl3pPr marL="685800" indent="0">
              <a:buNone/>
              <a:defRPr sz="1800">
                <a:latin typeface="Fira Sans"/>
              </a:defRPr>
            </a:lvl3pPr>
            <a:lvl4pPr marL="1028700" indent="0">
              <a:buNone/>
              <a:defRPr sz="1500">
                <a:latin typeface="Fira Sans"/>
              </a:defRPr>
            </a:lvl4pPr>
            <a:lvl5pPr marL="1371600" indent="0">
              <a:buNone/>
              <a:defRPr sz="1500">
                <a:latin typeface="Fira Sans"/>
              </a:defRPr>
            </a:lvl5pPr>
            <a:lvl6pPr marL="1714500" indent="0">
              <a:buNone/>
              <a:defRPr sz="1500">
                <a:latin typeface="Fira Sans"/>
              </a:defRPr>
            </a:lvl6pPr>
            <a:lvl7pPr marL="2057400" indent="0">
              <a:buNone/>
              <a:defRPr sz="1500">
                <a:latin typeface="Fira Sans"/>
              </a:defRPr>
            </a:lvl7pPr>
            <a:lvl8pPr marL="2400300" indent="0">
              <a:buNone/>
              <a:defRPr sz="1500">
                <a:latin typeface="Fira Sans"/>
              </a:defRPr>
            </a:lvl8pPr>
            <a:lvl9pPr marL="2743200" indent="0">
              <a:buNone/>
              <a:defRPr sz="1500">
                <a:latin typeface="Fira Sans"/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 lIns="182880" tIns="182880" rIns="182880" bIns="182880"/>
          <a:lstStyle>
            <a:lvl1pPr marL="0" indent="0">
              <a:buNone/>
              <a:defRPr sz="1800">
                <a:latin typeface="Fira Sans"/>
              </a:defRPr>
            </a:lvl1pPr>
            <a:lvl2pPr marL="342900" indent="0">
              <a:buNone/>
              <a:defRPr sz="900">
                <a:latin typeface="Fira Sans"/>
              </a:defRPr>
            </a:lvl2pPr>
            <a:lvl3pPr marL="685800" indent="0">
              <a:buNone/>
              <a:defRPr sz="750">
                <a:latin typeface="Fira Sans"/>
              </a:defRPr>
            </a:lvl3pPr>
            <a:lvl4pPr marL="1028700" indent="0">
              <a:buNone/>
              <a:defRPr sz="675">
                <a:latin typeface="Fira Sans"/>
              </a:defRPr>
            </a:lvl4pPr>
            <a:lvl5pPr marL="1371600" indent="0">
              <a:buNone/>
              <a:defRPr sz="675">
                <a:latin typeface="Fira Sans"/>
              </a:defRPr>
            </a:lvl5pPr>
            <a:lvl6pPr marL="1714500" indent="0">
              <a:buNone/>
              <a:defRPr sz="675">
                <a:latin typeface="Fira Sans"/>
              </a:defRPr>
            </a:lvl6pPr>
            <a:lvl7pPr marL="2057400" indent="0">
              <a:buNone/>
              <a:defRPr sz="675">
                <a:latin typeface="Fira Sans"/>
              </a:defRPr>
            </a:lvl7pPr>
            <a:lvl8pPr marL="2400300" indent="0">
              <a:buNone/>
              <a:defRPr sz="675">
                <a:latin typeface="Fira Sans"/>
              </a:defRPr>
            </a:lvl8pPr>
            <a:lvl9pPr marL="2743200" indent="0">
              <a:buNone/>
              <a:defRPr sz="675">
                <a:latin typeface="Fira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731520"/>
          </a:xfrm>
        </p:spPr>
        <p:txBody>
          <a:bodyPr vert="eaVert" lIns="182880" tIns="182880" rIns="182880" bIns="18288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lIns="182880" tIns="182880" rIns="182880" bIns="182880"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lIns="182880" tIns="182880" rIns="182880" bIns="182880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182880" tIns="182880" rIns="182880" bIns="182880"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Header Line"/>
          <p:cNvSpPr>
            <a:spLocks noGrp="1"/>
          </p:cNvSpPr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179299"/>
          </a:solidFill>
          <a:ln>
            <a:noFill/>
          </a:ln>
        </p:spPr>
      </p:sp>
      <p:sp>
        <p:nvSpPr>
          <p:cNvPr id="98" name="Slide Number Box"/>
          <p:cNvSpPr txBox="1"/>
          <p:nvPr/>
        </p:nvSpPr>
        <p:spPr>
          <a:xfrm>
            <a:off x="10149840" y="6400800"/>
            <a:ext cx="1828800" cy="457200"/>
          </a:xfrm>
          <a:prstGeom prst="rect">
            <a:avLst/>
          </a:prstGeom>
          <a:noFill/>
        </p:spPr>
        <p:txBody>
          <a:bodyPr vert="horz" lIns="182880" tIns="0" rIns="182880" bIns="182880" rtlCol="0" anchor="b"/>
          <a:lstStyle>
            <a:lvl1pPr algn="r">
              <a:defRPr sz="1400" b="0">
                <a:solidFill>
                  <a:srgbClr val="6C6F85"/>
                </a:solidFill>
                <a:latin typeface="Fira Sans"/>
              </a:defRPr>
            </a:lvl1pPr>
          </a:lstStyle>
          <a:p>
            <a:pPr algn="r"/>
            <a:fld id="{C5EF2332-01BF-834F-8236-50238282D533}" type="slidenum">
              <a:rPr lang="en-US" sz="1400" b="0" smtClean="0">
                <a:solidFill>
                  <a:srgbClr val="6C6F85"/>
                </a:solidFill>
                <a:latin typeface="Fira Sans"/>
              </a:rPr>
              <a:t>‹#›</a:t>
            </a:fld>
            <a:endParaRPr lang="en-US" sz="1400" b="0">
              <a:latin typeface="Fira Sans"/>
            </a:endParaRPr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795760" cy="731520"/>
          </a:xfrm>
          <a:prstGeom prst="rect">
            <a:avLst/>
          </a:prstGeom>
        </p:spPr>
        <p:txBody>
          <a:bodyPr vert="horz" lIns="182880" tIns="73152" rIns="182880" bIns="73152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914400"/>
            <a:ext cx="11795760" cy="5486400"/>
          </a:xfrm>
          <a:prstGeom prst="rect">
            <a:avLst/>
          </a:prstGeom>
        </p:spPr>
        <p:txBody>
          <a:bodyPr vert="horz" lIns="182880" tIns="254000" rIns="182880" bIns="18288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" y="6400800"/>
            <a:ext cx="1828800" cy="457200"/>
          </a:xfrm>
          <a:prstGeom prst="rect">
            <a:avLst/>
          </a:prstGeom>
        </p:spPr>
        <p:txBody>
          <a:bodyPr vert="horz" lIns="182880" tIns="182880" rIns="182880" bIns="18288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447" y="6400800"/>
            <a:ext cx="1828800" cy="457200"/>
          </a:xfrm>
          <a:prstGeom prst="rect">
            <a:avLst/>
          </a:prstGeom>
        </p:spPr>
        <p:txBody>
          <a:bodyPr vert="horz" lIns="182880" tIns="182880" rIns="182880" bIns="18288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49840" y="6400800"/>
            <a:ext cx="1828800" cy="457200"/>
          </a:xfrm>
          <a:prstGeom prst="rect">
            <a:avLst/>
          </a:prstGeom>
        </p:spPr>
        <p:txBody>
          <a:bodyPr vert="horz" lIns="182880" tIns="182880" rIns="182880" bIns="18288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Fira Sans"/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ns3:id="rId1"/>
    <p:sldLayoutId id="2147483650" ns3:id="rId2"/>
    <p:sldLayoutId id="2147483651" ns3:id="rId3"/>
    <p:sldLayoutId id="2147483652" ns3:id="rId4"/>
    <p:sldLayoutId id="2147483653" ns3:id="rId5"/>
    <p:sldLayoutId id="2147483654" ns3:id="rId6"/>
    <p:sldLayoutId id="2147483655" ns3:id="rId7"/>
    <p:sldLayoutId id="2147483656" ns3:id="rId8"/>
    <p:sldLayoutId id="2147483657" ns3:id="rId9"/>
    <p:sldLayoutId id="2147483658" ns3:id="rId10"/>
    <p:sldLayoutId id="2147483659" ns3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Fira Sans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Fira Sans"/>
        <a:buChar char="•"/>
        <a:defRPr sz="1800" kern="1200">
          <a:solidFill>
            <a:schemeClr val="tx1"/>
          </a:solidFill>
          <a:latin typeface="Fira Sans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Fira Sans"/>
        <a:buChar char="–"/>
        <a:defRPr sz="1600" kern="1200">
          <a:solidFill>
            <a:schemeClr val="tx1"/>
          </a:solidFill>
          <a:latin typeface="Fira Sans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Fira Sans"/>
        <a:buChar char="•"/>
        <a:defRPr sz="1500" kern="1200">
          <a:solidFill>
            <a:schemeClr val="tx1"/>
          </a:solidFill>
          <a:latin typeface="Fira Sans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Fira Sans"/>
        <a:buChar char="–"/>
        <a:defRPr sz="1500" kern="1200">
          <a:solidFill>
            <a:schemeClr val="tx1"/>
          </a:solidFill>
          <a:latin typeface="Fira Sans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Fira Sans"/>
        <a:buChar char="»"/>
        <a:defRPr sz="1500" kern="1200">
          <a:solidFill>
            <a:schemeClr val="tx1"/>
          </a:solidFill>
          <a:latin typeface="Fira Sans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Fira Sans"/>
        <a:buChar char="•"/>
        <a:defRPr sz="1500" kern="1200">
          <a:solidFill>
            <a:schemeClr val="tx1"/>
          </a:solidFill>
          <a:latin typeface="Fira Sans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Fira Sans"/>
        <a:buChar char="•"/>
        <a:defRPr sz="1500" kern="1200">
          <a:solidFill>
            <a:schemeClr val="tx1"/>
          </a:solidFill>
          <a:latin typeface="Fira Sans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Fira Sans"/>
        <a:buChar char="•"/>
        <a:defRPr sz="1500" kern="1200">
          <a:solidFill>
            <a:schemeClr val="tx1"/>
          </a:solidFill>
          <a:latin typeface="Fira Sans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Fira Sans"/>
        <a:buChar char="•"/>
        <a:defRPr sz="1500" kern="1200">
          <a:solidFill>
            <a:schemeClr val="tx1"/>
          </a:solidFill>
          <a:latin typeface="Fira Sans"/>
          <a:ea typeface="+mn-ea"/>
          <a:cs typeface="+mn-cs"/>
        </a:defRPr>
      </a:lvl9pPr>
    </p:bodyStyle>
    <p:otherStyle>
      <a:defPPr>
        <a:defRPr lang="en-US">
          <a:latin typeface="Fira Sans"/>
        </a:defRPr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Fira San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rgbClr val="FAFAFA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66F5"/>
      </a:hlink>
      <a:folHlink>
        <a:srgbClr val="1E66F5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rgbClr val="FAFAFA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E66F5"/>
      </a:hlink>
      <a:folHlink>
        <a:srgbClr val="1E66F5"/>
      </a:folHlink>
    </a:clrScheme>
    <a:fontScheme name="Office">
      <a:maj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