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/>
  <p:notesSz cx="6858000" cy="9144000"/>
  <p:defaultTextStyle>
    <a:defPPr>
      <a:defRPr lang="en-US">
        <a:latin typeface="Fira Sans"/>
      </a:defRPr>
    </a:defPPr>
    <a:lvl1pPr algn="l" defTabSz="457200" eaLnBrk="1" hangingPunct="1" latinLnBrk="0" marL="0" rtl="0">
      <a:defRPr kern="1200" sz="1800">
        <a:solidFill>
          <a:schemeClr val="tx1"/>
        </a:solidFill>
        <a:latin typeface="Fira Sans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Fira Sans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Fira Sans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Fira Sans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Fira Sans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Fira Sans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Fira Sans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Fira Sans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Fira Sans"/>
        <a:ea typeface="+mn-ea"/>
        <a:cs typeface="+mn-cs"/>
      </a:defRPr>
    </a:lvl9pPr>
  </p:defaultTextStyle>
  <p:extLst>
    <p:ext uri="{EFAFB233-063F-42B5-8137-9DF3F51BA10A}">
      <ns3:sldGuideLst>
        <ns3:guide id="1" orient="horz" pos="162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ns2="http://schemas.microsoft.com/office/powerpoint/2012/main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0"/>
    </p:ext>
    <p:ext uri="{FD5EFAAD-0ECE-453E-9831-46B23BE46B34}">
      <ns2:chartTrackingRefBased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1828800"/>
            <a:ext cx="11795760" cy="1371600"/>
          </a:xfrm>
        </p:spPr>
        <p:txBody>
          <a:bodyPr anchor="b" lIns="182880" tIns="182880" rIns="182880" bIns="182880"/>
          <a:lstStyle>
            <a:lvl1pPr algn="l">
              <a:defRPr sz="3000"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" y="3200400"/>
            <a:ext cx="11795760" cy="1828800"/>
          </a:xfrm>
        </p:spPr>
        <p:txBody>
          <a:bodyPr lIns="182880" tIns="182880" rIns="182880" bIns="182880" anchor="t"/>
          <a:lstStyle>
            <a:lvl1pPr marL="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  <a:lvl2pPr marL="3429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2pPr>
            <a:lvl3pPr marL="6858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3pPr>
            <a:lvl4pPr marL="10287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4pPr>
            <a:lvl5pPr marL="13716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5pPr>
            <a:lvl6pPr marL="17145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6pPr>
            <a:lvl7pPr marL="20574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7pPr>
            <a:lvl8pPr marL="24003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8pPr>
            <a:lvl9pPr marL="27432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lIns="182880" tIns="73152" rIns="182880" bIns="73152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14400"/>
            <a:ext cx="11795760" cy="5486400"/>
          </a:xfrm>
        </p:spPr>
        <p:txBody>
          <a:bodyPr lIns="182880" tIns="254000" rIns="182880" bIns="182880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560320"/>
            <a:ext cx="11795760" cy="1371600"/>
          </a:xfrm>
        </p:spPr>
        <p:txBody>
          <a:bodyPr anchor="ctr" lIns="182880" tIns="182880" rIns="182880" bIns="182880"/>
          <a:lstStyle>
            <a:lvl1pPr algn="l">
              <a:defRPr sz="3000" b="0"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3931920"/>
            <a:ext cx="11795760" cy="1371600"/>
          </a:xfrm>
        </p:spPr>
        <p:txBody>
          <a:bodyPr anchor="t" lIns="182880" tIns="182880" rIns="182880" bIns="182880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  <a:latin typeface="Fira Sans"/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  <a:latin typeface="Fira Sans"/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lIns="182880" tIns="73152" rIns="182880" bIns="73152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914400"/>
            <a:ext cx="5806440" cy="5486400"/>
          </a:xfrm>
        </p:spPr>
        <p:txBody>
          <a:bodyPr lIns="182880" tIns="254000" rIns="182880" bIns="182880" anchor="t"/>
          <a:lstStyle>
            <a:lvl1pPr>
              <a:defRPr sz="1800">
                <a:latin typeface="Fira Sans"/>
              </a:defRPr>
            </a:lvl1pPr>
            <a:lvl2pPr>
              <a:defRPr sz="1800">
                <a:latin typeface="Fira Sans"/>
              </a:defRPr>
            </a:lvl2pPr>
            <a:lvl3pPr>
              <a:defRPr sz="1500">
                <a:latin typeface="Fira Sans"/>
              </a:defRPr>
            </a:lvl3pPr>
            <a:lvl4pPr>
              <a:defRPr sz="1350">
                <a:latin typeface="Fira Sans"/>
              </a:defRPr>
            </a:lvl4pPr>
            <a:lvl5pPr>
              <a:defRPr sz="1350">
                <a:latin typeface="Fira Sans"/>
              </a:defRPr>
            </a:lvl5pPr>
            <a:lvl6pPr>
              <a:defRPr sz="1350">
                <a:latin typeface="Fira Sans"/>
              </a:defRPr>
            </a:lvl6pPr>
            <a:lvl7pPr>
              <a:defRPr sz="1350">
                <a:latin typeface="Fira Sans"/>
              </a:defRPr>
            </a:lvl7pPr>
            <a:lvl8pPr>
              <a:defRPr sz="1350">
                <a:latin typeface="Fira Sans"/>
              </a:defRPr>
            </a:lvl8pPr>
            <a:lvl9pPr>
              <a:defRPr sz="135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14400"/>
            <a:ext cx="5806440" cy="5486400"/>
          </a:xfrm>
        </p:spPr>
        <p:txBody>
          <a:bodyPr lIns="182880" tIns="254000" rIns="182880" bIns="182880" anchor="t"/>
          <a:lstStyle>
            <a:lvl1pPr>
              <a:defRPr sz="1800">
                <a:latin typeface="Fira Sans"/>
              </a:defRPr>
            </a:lvl1pPr>
            <a:lvl2pPr>
              <a:defRPr sz="1800">
                <a:latin typeface="Fira Sans"/>
              </a:defRPr>
            </a:lvl2pPr>
            <a:lvl3pPr>
              <a:defRPr sz="1500">
                <a:latin typeface="Fira Sans"/>
              </a:defRPr>
            </a:lvl3pPr>
            <a:lvl4pPr>
              <a:defRPr sz="1350">
                <a:latin typeface="Fira Sans"/>
              </a:defRPr>
            </a:lvl4pPr>
            <a:lvl5pPr>
              <a:defRPr sz="1350">
                <a:latin typeface="Fira Sans"/>
              </a:defRPr>
            </a:lvl5pPr>
            <a:lvl6pPr>
              <a:defRPr sz="1350">
                <a:latin typeface="Fira Sans"/>
              </a:defRPr>
            </a:lvl6pPr>
            <a:lvl7pPr>
              <a:defRPr sz="1350">
                <a:latin typeface="Fira Sans"/>
              </a:defRPr>
            </a:lvl7pPr>
            <a:lvl8pPr>
              <a:defRPr sz="1350">
                <a:latin typeface="Fira Sans"/>
              </a:defRPr>
            </a:lvl8pPr>
            <a:lvl9pPr>
              <a:defRPr sz="135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>
            <a:lvl1pPr>
              <a:defRPr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1500">
                <a:latin typeface="Fira Sans"/>
              </a:defRPr>
            </a:lvl2pPr>
            <a:lvl3pPr marL="685800" indent="0">
              <a:buNone/>
              <a:defRPr sz="1350">
                <a:latin typeface="Fira Sans"/>
              </a:defRPr>
            </a:lvl3pPr>
            <a:lvl4pPr marL="1028700" indent="0">
              <a:buNone/>
              <a:defRPr sz="1200">
                <a:latin typeface="Fira Sans"/>
              </a:defRPr>
            </a:lvl4pPr>
            <a:lvl5pPr marL="1371600" indent="0">
              <a:buNone/>
              <a:defRPr sz="1200">
                <a:latin typeface="Fira Sans"/>
              </a:defRPr>
            </a:lvl5pPr>
            <a:lvl6pPr marL="1714500" indent="0">
              <a:buNone/>
              <a:defRPr sz="1200">
                <a:latin typeface="Fira Sans"/>
              </a:defRPr>
            </a:lvl6pPr>
            <a:lvl7pPr marL="2057400" indent="0">
              <a:buNone/>
              <a:defRPr sz="1200">
                <a:latin typeface="Fira Sans"/>
              </a:defRPr>
            </a:lvl7pPr>
            <a:lvl8pPr marL="2400300" indent="0">
              <a:buNone/>
              <a:defRPr sz="1200">
                <a:latin typeface="Fira Sans"/>
              </a:defRPr>
            </a:lvl8pPr>
            <a:lvl9pPr marL="2743200" indent="0">
              <a:buNone/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 lIns="182880" tIns="182880" rIns="182880" bIns="182880"/>
          <a:lstStyle>
            <a:lvl1pPr>
              <a:defRPr sz="1800">
                <a:latin typeface="Fira Sans"/>
              </a:defRPr>
            </a:lvl1pPr>
            <a:lvl2pPr>
              <a:defRPr sz="1500">
                <a:latin typeface="Fira Sans"/>
              </a:defRPr>
            </a:lvl2pPr>
            <a:lvl3pPr>
              <a:defRPr sz="1350">
                <a:latin typeface="Fira Sans"/>
              </a:defRPr>
            </a:lvl3pPr>
            <a:lvl4pPr>
              <a:defRPr sz="1200">
                <a:latin typeface="Fira Sans"/>
              </a:defRPr>
            </a:lvl4pPr>
            <a:lvl5pPr>
              <a:defRPr sz="1200">
                <a:latin typeface="Fira Sans"/>
              </a:defRPr>
            </a:lvl5pPr>
            <a:lvl6pPr>
              <a:defRPr sz="1200">
                <a:latin typeface="Fira Sans"/>
              </a:defRPr>
            </a:lvl6pPr>
            <a:lvl7pPr>
              <a:defRPr sz="1200">
                <a:latin typeface="Fira Sans"/>
              </a:defRPr>
            </a:lvl7pPr>
            <a:lvl8pPr>
              <a:defRPr sz="1200">
                <a:latin typeface="Fira Sans"/>
              </a:defRPr>
            </a:lvl8pPr>
            <a:lvl9pPr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1500">
                <a:latin typeface="Fira Sans"/>
              </a:defRPr>
            </a:lvl2pPr>
            <a:lvl3pPr marL="685800" indent="0">
              <a:buNone/>
              <a:defRPr sz="1350">
                <a:latin typeface="Fira Sans"/>
              </a:defRPr>
            </a:lvl3pPr>
            <a:lvl4pPr marL="1028700" indent="0">
              <a:buNone/>
              <a:defRPr sz="1200">
                <a:latin typeface="Fira Sans"/>
              </a:defRPr>
            </a:lvl4pPr>
            <a:lvl5pPr marL="1371600" indent="0">
              <a:buNone/>
              <a:defRPr sz="1200">
                <a:latin typeface="Fira Sans"/>
              </a:defRPr>
            </a:lvl5pPr>
            <a:lvl6pPr marL="1714500" indent="0">
              <a:buNone/>
              <a:defRPr sz="1200">
                <a:latin typeface="Fira Sans"/>
              </a:defRPr>
            </a:lvl6pPr>
            <a:lvl7pPr marL="2057400" indent="0">
              <a:buNone/>
              <a:defRPr sz="1200">
                <a:latin typeface="Fira Sans"/>
              </a:defRPr>
            </a:lvl7pPr>
            <a:lvl8pPr marL="2400300" indent="0">
              <a:buNone/>
              <a:defRPr sz="1200">
                <a:latin typeface="Fira Sans"/>
              </a:defRPr>
            </a:lvl8pPr>
            <a:lvl9pPr marL="2743200" indent="0">
              <a:buNone/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 lIns="182880" tIns="182880" rIns="182880" bIns="182880"/>
          <a:lstStyle>
            <a:lvl1pPr>
              <a:defRPr sz="1800">
                <a:latin typeface="Fira Sans"/>
              </a:defRPr>
            </a:lvl1pPr>
            <a:lvl2pPr>
              <a:defRPr sz="1500">
                <a:latin typeface="Fira Sans"/>
              </a:defRPr>
            </a:lvl2pPr>
            <a:lvl3pPr>
              <a:defRPr sz="1350">
                <a:latin typeface="Fira Sans"/>
              </a:defRPr>
            </a:lvl3pPr>
            <a:lvl4pPr>
              <a:defRPr sz="1200">
                <a:latin typeface="Fira Sans"/>
              </a:defRPr>
            </a:lvl4pPr>
            <a:lvl5pPr>
              <a:defRPr sz="1200">
                <a:latin typeface="Fira Sans"/>
              </a:defRPr>
            </a:lvl5pPr>
            <a:lvl6pPr>
              <a:defRPr sz="1200">
                <a:latin typeface="Fira Sans"/>
              </a:defRPr>
            </a:lvl6pPr>
            <a:lvl7pPr>
              <a:defRPr sz="1200">
                <a:latin typeface="Fira Sans"/>
              </a:defRPr>
            </a:lvl7pPr>
            <a:lvl8pPr>
              <a:defRPr sz="1200">
                <a:latin typeface="Fira Sans"/>
              </a:defRPr>
            </a:lvl8pPr>
            <a:lvl9pPr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lIns="182880" tIns="73152" rIns="182880" bIns="73152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anchor="b" lIns="182880" tIns="73152" rIns="182880" bIns="7315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914400"/>
            <a:ext cx="5806440" cy="5486400"/>
          </a:xfrm>
        </p:spPr>
        <p:txBody>
          <a:bodyPr lIns="182880" tIns="254000" rIns="182880" bIns="182880" anchor="t"/>
          <a:lstStyle>
            <a:lvl1pPr>
              <a:defRPr sz="1800">
                <a:latin typeface="Fira Sans"/>
              </a:defRPr>
            </a:lvl1pPr>
            <a:lvl2pPr>
              <a:defRPr sz="2100">
                <a:latin typeface="Fira Sans"/>
              </a:defRPr>
            </a:lvl2pPr>
            <a:lvl3pPr>
              <a:defRPr sz="1800">
                <a:latin typeface="Fira Sans"/>
              </a:defRPr>
            </a:lvl3pPr>
            <a:lvl4pPr>
              <a:defRPr sz="1500">
                <a:latin typeface="Fira Sans"/>
              </a:defRPr>
            </a:lvl4pPr>
            <a:lvl5pPr>
              <a:defRPr sz="1500">
                <a:latin typeface="Fira Sans"/>
              </a:defRPr>
            </a:lvl5pPr>
            <a:lvl6pPr>
              <a:defRPr sz="1500">
                <a:latin typeface="Fira Sans"/>
              </a:defRPr>
            </a:lvl6pPr>
            <a:lvl7pPr>
              <a:defRPr sz="1500">
                <a:latin typeface="Fira Sans"/>
              </a:defRPr>
            </a:lvl7pPr>
            <a:lvl8pPr>
              <a:defRPr sz="1500">
                <a:latin typeface="Fira Sans"/>
              </a:defRPr>
            </a:lvl8pPr>
            <a:lvl9pPr>
              <a:defRPr sz="15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" y="914400"/>
            <a:ext cx="5806440" cy="5486400"/>
          </a:xfrm>
        </p:spPr>
        <p:txBody>
          <a:bodyPr lIns="182880" tIns="254000" rIns="182880" bIns="182880" anchor="t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900">
                <a:latin typeface="Fira Sans"/>
              </a:defRPr>
            </a:lvl2pPr>
            <a:lvl3pPr marL="685800" indent="0">
              <a:buNone/>
              <a:defRPr sz="750">
                <a:latin typeface="Fira Sans"/>
              </a:defRPr>
            </a:lvl3pPr>
            <a:lvl4pPr marL="1028700" indent="0">
              <a:buNone/>
              <a:defRPr sz="675">
                <a:latin typeface="Fira Sans"/>
              </a:defRPr>
            </a:lvl4pPr>
            <a:lvl5pPr marL="1371600" indent="0">
              <a:buNone/>
              <a:defRPr sz="675">
                <a:latin typeface="Fira Sans"/>
              </a:defRPr>
            </a:lvl5pPr>
            <a:lvl6pPr marL="1714500" indent="0">
              <a:buNone/>
              <a:defRPr sz="675">
                <a:latin typeface="Fira Sans"/>
              </a:defRPr>
            </a:lvl6pPr>
            <a:lvl7pPr marL="2057400" indent="0">
              <a:buNone/>
              <a:defRPr sz="675">
                <a:latin typeface="Fira Sans"/>
              </a:defRPr>
            </a:lvl7pPr>
            <a:lvl8pPr marL="2400300" indent="0">
              <a:buNone/>
              <a:defRPr sz="675">
                <a:latin typeface="Fira Sans"/>
              </a:defRPr>
            </a:lvl8pPr>
            <a:lvl9pPr marL="2743200" indent="0">
              <a:buNone/>
              <a:defRPr sz="675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731520"/>
          </a:xfrm>
        </p:spPr>
        <p:txBody>
          <a:bodyPr anchor="b" lIns="182880" tIns="182880" rIns="182880" bIns="182880"/>
          <a:lstStyle>
            <a:lvl1pPr algn="l">
              <a:defRPr sz="2600"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2100">
                <a:latin typeface="Fira Sans"/>
              </a:defRPr>
            </a:lvl2pPr>
            <a:lvl3pPr marL="685800" indent="0">
              <a:buNone/>
              <a:defRPr sz="1800">
                <a:latin typeface="Fira Sans"/>
              </a:defRPr>
            </a:lvl3pPr>
            <a:lvl4pPr marL="1028700" indent="0">
              <a:buNone/>
              <a:defRPr sz="1500">
                <a:latin typeface="Fira Sans"/>
              </a:defRPr>
            </a:lvl4pPr>
            <a:lvl5pPr marL="1371600" indent="0">
              <a:buNone/>
              <a:defRPr sz="1500">
                <a:latin typeface="Fira Sans"/>
              </a:defRPr>
            </a:lvl5pPr>
            <a:lvl6pPr marL="1714500" indent="0">
              <a:buNone/>
              <a:defRPr sz="1500">
                <a:latin typeface="Fira Sans"/>
              </a:defRPr>
            </a:lvl6pPr>
            <a:lvl7pPr marL="2057400" indent="0">
              <a:buNone/>
              <a:defRPr sz="1500">
                <a:latin typeface="Fira Sans"/>
              </a:defRPr>
            </a:lvl7pPr>
            <a:lvl8pPr marL="2400300" indent="0">
              <a:buNone/>
              <a:defRPr sz="1500">
                <a:latin typeface="Fira Sans"/>
              </a:defRPr>
            </a:lvl8pPr>
            <a:lvl9pPr marL="2743200" indent="0">
              <a:buNone/>
              <a:defRPr sz="1500">
                <a:latin typeface="Fira Sans"/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900">
                <a:latin typeface="Fira Sans"/>
              </a:defRPr>
            </a:lvl2pPr>
            <a:lvl3pPr marL="685800" indent="0">
              <a:buNone/>
              <a:defRPr sz="750">
                <a:latin typeface="Fira Sans"/>
              </a:defRPr>
            </a:lvl3pPr>
            <a:lvl4pPr marL="1028700" indent="0">
              <a:buNone/>
              <a:defRPr sz="675">
                <a:latin typeface="Fira Sans"/>
              </a:defRPr>
            </a:lvl4pPr>
            <a:lvl5pPr marL="1371600" indent="0">
              <a:buNone/>
              <a:defRPr sz="675">
                <a:latin typeface="Fira Sans"/>
              </a:defRPr>
            </a:lvl5pPr>
            <a:lvl6pPr marL="1714500" indent="0">
              <a:buNone/>
              <a:defRPr sz="675">
                <a:latin typeface="Fira Sans"/>
              </a:defRPr>
            </a:lvl6pPr>
            <a:lvl7pPr marL="2057400" indent="0">
              <a:buNone/>
              <a:defRPr sz="675">
                <a:latin typeface="Fira Sans"/>
              </a:defRPr>
            </a:lvl7pPr>
            <a:lvl8pPr marL="2400300" indent="0">
              <a:buNone/>
              <a:defRPr sz="675">
                <a:latin typeface="Fira Sans"/>
              </a:defRPr>
            </a:lvl8pPr>
            <a:lvl9pPr marL="2743200" indent="0">
              <a:buNone/>
              <a:defRPr sz="675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731520"/>
          </a:xfrm>
        </p:spPr>
        <p:txBody>
          <a:bodyPr vert="eaVert" lIns="182880" tIns="182880" rIns="182880" bIns="18288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ns2="http://schemas.microsoft.com/office/powerpoint/2010/main" xmlns:ns3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  <a:prstGeom prst="rect">
            <a:avLst/>
          </a:prstGeom>
        </p:spPr>
        <p:txBody>
          <a:bodyPr anchor="b" bIns="73152" lIns="182880" rIns="182880" rtlCol="0" tIns="73152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82880" y="914400"/>
            <a:ext cx="11795760" cy="5486400"/>
          </a:xfrm>
          <a:prstGeom prst="rect">
            <a:avLst/>
          </a:prstGeom>
        </p:spPr>
        <p:txBody>
          <a:bodyPr anchor="t" bIns="182880" lIns="182880" rIns="182880" rtlCol="0" tIns="25400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182880" y="6400800"/>
            <a:ext cx="1828800" cy="457200"/>
          </a:xfrm>
          <a:prstGeom prst="rect">
            <a:avLst/>
          </a:prstGeom>
        </p:spPr>
        <p:txBody>
          <a:bodyPr anchor="ctr" bIns="182880" lIns="182880" rIns="182880" rtlCol="0" tIns="18288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5181447" y="6400800"/>
            <a:ext cx="1828800" cy="457200"/>
          </a:xfrm>
          <a:prstGeom prst="rect">
            <a:avLst/>
          </a:prstGeom>
        </p:spPr>
        <p:txBody>
          <a:bodyPr anchor="ctr" bIns="182880" lIns="182880" rIns="182880" rtlCol="0" tIns="18288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149840" y="6400800"/>
            <a:ext cx="1828800" cy="457200"/>
          </a:xfrm>
          <a:prstGeom prst="rect">
            <a:avLst/>
          </a:prstGeom>
        </p:spPr>
        <p:txBody>
          <a:bodyPr anchor="ctr" bIns="182880" lIns="182880" rIns="182880" rtlCol="0" tIns="18288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ns3:id="rId1"/>
    <p:sldLayoutId id="2147483650" ns3:id="rId2"/>
    <p:sldLayoutId id="2147483651" ns3:id="rId3"/>
    <p:sldLayoutId id="2147483652" ns3:id="rId4"/>
    <p:sldLayoutId id="2147483653" ns3:id="rId5"/>
    <p:sldLayoutId id="2147483654" ns3:id="rId6"/>
    <p:sldLayoutId id="2147483655" ns3:id="rId7"/>
    <p:sldLayoutId id="2147483656" ns3:id="rId8"/>
    <p:sldLayoutId id="2147483657" ns3:id="rId9"/>
    <p:sldLayoutId id="2147483658" ns3:id="rId10"/>
    <p:sldLayoutId id="2147483659" ns3:id="rId11"/>
  </p:sldLayoutIdLst>
  <p:txStyles>
    <p:titleStyle>
      <a:lvl1pPr algn="l" defTabSz="342900" eaLnBrk="1" hangingPunct="1" latinLnBrk="0" rtl="0">
        <a:spcBef>
          <a:spcPct val="0"/>
        </a:spcBef>
        <a:buNone/>
        <a:defRPr b="1" kern="1200" sz="2600">
          <a:solidFill>
            <a:schemeClr val="tx1"/>
          </a:solidFill>
          <a:latin typeface="Fira Sans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Fira Sans"/>
        <a:buChar char="•"/>
        <a:defRPr kern="1200" sz="1800">
          <a:solidFill>
            <a:schemeClr val="tx1"/>
          </a:solidFill>
          <a:latin typeface="Fira Sans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Fira Sans"/>
        <a:buChar char="–"/>
        <a:defRPr kern="1200" sz="1600">
          <a:solidFill>
            <a:schemeClr val="tx1"/>
          </a:solidFill>
          <a:latin typeface="Fira Sans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Fira Sans"/>
        <a:buChar char="•"/>
        <a:defRPr kern="1200" sz="1500">
          <a:solidFill>
            <a:schemeClr val="tx1"/>
          </a:solidFill>
          <a:latin typeface="Fira Sans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Fira Sans"/>
        <a:buChar char="–"/>
        <a:defRPr kern="1200" sz="1500">
          <a:solidFill>
            <a:schemeClr val="tx1"/>
          </a:solidFill>
          <a:latin typeface="Fira Sans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Fira Sans"/>
        <a:buChar char="»"/>
        <a:defRPr kern="1200" sz="1500">
          <a:solidFill>
            <a:schemeClr val="tx1"/>
          </a:solidFill>
          <a:latin typeface="Fira Sans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Fira Sans"/>
        <a:buChar char="•"/>
        <a:defRPr kern="1200" sz="1500">
          <a:solidFill>
            <a:schemeClr val="tx1"/>
          </a:solidFill>
          <a:latin typeface="Fira Sans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Fira Sans"/>
        <a:buChar char="•"/>
        <a:defRPr kern="1200" sz="1500">
          <a:solidFill>
            <a:schemeClr val="tx1"/>
          </a:solidFill>
          <a:latin typeface="Fira Sans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Fira Sans"/>
        <a:buChar char="•"/>
        <a:defRPr kern="1200" sz="1500">
          <a:solidFill>
            <a:schemeClr val="tx1"/>
          </a:solidFill>
          <a:latin typeface="Fira Sans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Fira Sans"/>
        <a:buChar char="•"/>
        <a:defRPr kern="1200" sz="1500">
          <a:solidFill>
            <a:schemeClr val="tx1"/>
          </a:solidFill>
          <a:latin typeface="Fira Sans"/>
          <a:ea typeface="+mn-ea"/>
          <a:cs typeface="+mn-cs"/>
        </a:defRPr>
      </a:lvl9pPr>
    </p:bodyStyle>
    <p:otherStyle>
      <a:defPPr>
        <a:defRPr lang="en-US">
          <a:latin typeface="Fira Sans"/>
        </a:defRPr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Fira Sans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gael-close/quarto-tech-memo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authoring/markdown-basics.html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owardsdatascience.com/technical-writing-and-publishing-data-rich-articles-with-quarto-d61a56bcaa64/" TargetMode="Externa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1828800"/>
            <a:ext cx="11795760" cy="1371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Formatting Technical Memo with Quarto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82880" y="3200400"/>
            <a:ext cx="11795760" cy="1828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minimum example using the quarto-tech-memo extension</a:t>
            </a:r>
            <a:br/>
            <a:br/>
            <a:r>
              <a:rPr sz="1800"/>
              <a:t>First Author</a:t>
            </a:r>
            <a:br/>
            <a:r>
              <a:rPr sz="1800"/>
              <a:t>Second Author</a:t>
            </a:r>
            <a:br/>
            <a:r>
              <a:rPr sz="1800"/>
              <a:t>Third Author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560320"/>
            <a:ext cx="11795760" cy="1371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Minimum example</a:t>
            </a:r>
          </a:p>
        </p:txBody>
      </p:sp>
      <mc:AlternateContent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[In 1-column memo, margin notes are supported, including small </a:t>
                </a:r>
                <a:r>
                  <a:rPr b="1"/>
                  <a:t>inline</a:t>
                </a:r>
                <a:r>
                  <a:rPr/>
                  <a:t> image. ]</a:t>
                </a:r>
              </a:p>
              <a:p>
                <a:pPr lvl="0" indent="0" marL="0">
                  <a:buNone/>
                </a:pPr>
                <a:r>
                  <a:rPr/>
                  <a:t>This minimum example contains all standard elements of a technical writing to illustrate the formatting styles provided by the </a:t>
                </a:r>
                <a:r>
                  <a:rPr>
                    <a:hlinkClick r:id="rId2"/>
                  </a:rPr>
                  <a:t>quarto-tech-memo extension</a:t>
                </a:r>
                <a:r>
                  <a:rPr/>
                  <a:t>. Let’s start with some math: </a:t>
                </a:r>
                <a14:m>
                  <m:oMath>
                    <m:sSup>
                      <m:e>
                        <m: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e</m:t>
                        </m:r>
                      </m:e>
                      <m:sup>
                        <m: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π</m:t>
                        </m:r>
                        <m: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i</m:t>
                        </m:r>
                      </m:sup>
                    </m:sSup>
                    <m:r>
                      <m:rPr>
                        <m:sty m:val="p"/>
                      </m:rPr>
                      <a:rPr>
                        <a:latin typeface="Fira Math"/>
                        <a:ea typeface="Fira Math"/>
                        <a:cs typeface="Fira Math"/>
                        <a:sym typeface="Fira Math"/>
                      </a:rPr>
                      <m:t>+</m:t>
                    </m:r>
                    <m:r>
                      <a:rPr>
                        <a:latin typeface="Fira Math"/>
                        <a:ea typeface="Fira Math"/>
                        <a:cs typeface="Fira Math"/>
                        <a:sym typeface="Fira Math"/>
                      </a:rPr>
                      <m:t>1</m:t>
                    </m:r>
                    <m:r>
                      <m:rPr>
                        <m:sty m:val="p"/>
                      </m:rPr>
                      <a:rPr>
                        <a:latin typeface="Fira Math"/>
                        <a:ea typeface="Fira Math"/>
                        <a:cs typeface="Fira Math"/>
                        <a:sym typeface="Fira Math"/>
                      </a:rPr>
                      <m:t>=</m:t>
                    </m:r>
                    <m:r>
                      <a:rPr>
                        <a:latin typeface="Fira Math"/>
                        <a:ea typeface="Fira Math"/>
                        <a:cs typeface="Fira Math"/>
                        <a:sym typeface="Fira Math"/>
                      </a:rPr>
                      <m:t>0</m:t>
                    </m:r>
                  </m:oMath>
                </a14:m>
                <a:r>
                  <a:rPr/>
                  <a:t> is an inline equation, Eq. Equation 1 is a numbered equation. Here is some physical quantities using unicode: </a:t>
                </a:r>
                <a14:m>
                  <m:oMath>
                    <m:sSub>
                      <m:e>
                        <m: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>
                            <a:latin typeface="Fira Math"/>
                            <a:ea typeface="Fira Math"/>
                            <a:cs typeface="Fira Math"/>
                            <a:sym typeface="Fira Math"/>
                          </a:rP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a:rPr>
                        <a:latin typeface="Fira Math"/>
                        <a:ea typeface="Fira Math"/>
                        <a:cs typeface="Fira Math"/>
                        <a:sym typeface="Fira Math"/>
                      </a:rPr>
                      <m:t>=</m:t>
                    </m:r>
                    <m:r>
                      <a:rPr>
                        <a:latin typeface="Fira Math"/>
                        <a:ea typeface="Fira Math"/>
                        <a:cs typeface="Fira Math"/>
                        <a:sym typeface="Fira Math"/>
                      </a:rPr>
                      <m:t>15</m:t>
                    </m:r>
                  </m:oMath>
                </a14:m>
                <a:r>
                  <a:rPr/>
                  <a:t> μT/√Hz. Note the “Narrow No-Break Space (NNBSP)” unicode </a:t>
                </a:r>
                <a:r>
                  <a:rPr>
                    <a:latin typeface="Courier"/>
                  </a:rPr>
                  <a:t>202F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∇</m:t>
                      </m:r>
                      <m:r>
                        <m:rPr>
                          <m:sty m:val="p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×</m:t>
                      </m:r>
                      <m:r>
                        <m:rPr>
                          <m:sty m:val="b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B</m:t>
                      </m:r>
                      <m:r>
                        <m:rPr>
                          <m:sty m:val="p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=</m:t>
                      </m:r>
                      <m:sSub>
                        <m:e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μ</m:t>
                          </m:r>
                        </m:e>
                        <m:sub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b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J</m:t>
                      </m:r>
                      <m:r>
                        <m:rPr>
                          <m:sty m:val="p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+</m:t>
                      </m:r>
                      <m:sSub>
                        <m:e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μ</m:t>
                          </m:r>
                        </m:e>
                        <m:sub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0</m:t>
                          </m:r>
                        </m:sub>
                      </m:sSub>
                      <m:sSub>
                        <m:e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ε</m:t>
                          </m:r>
                        </m:e>
                        <m:sub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0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∂</m:t>
                          </m:r>
                          <m:r>
                            <m:rPr>
                              <m:sty m:val="b"/>
                            </m:rP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∂</m:t>
                          </m:r>
                          <m:r>
                            <a:rPr>
                              <a:latin typeface="Fira Math"/>
                              <a:ea typeface="Fira Math"/>
                              <a:cs typeface="Fira Math"/>
                              <a:sym typeface="Fira Math"/>
                            </a:rPr>
                            <m:t>t</m:t>
                          </m:r>
                        </m:den>
                      </m:f>
                      <m: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(</m:t>
                      </m:r>
                      <m: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1</m:t>
                      </m:r>
                      <m:r>
                        <m:rPr>
                          <m:sty m:val="p"/>
                        </m:rPr>
                        <a:rPr>
                          <a:latin typeface="Fira Math"/>
                          <a:ea typeface="Fira Math"/>
                          <a:cs typeface="Fira Math"/>
                          <a:sym typeface="Fir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Figures and 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Citations are included in IEEE style such as [1]. Figure 1 shows a numbered figure. Table 1 is a numbered table.</a:t>
            </a:r>
          </a:p>
        </p:txBody>
      </p:sp>
      <p:pic>
        <p:nvPicPr>
          <p:cNvPr descr="figs/data-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1905000"/>
            <a:ext cx="58039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72200" y="5892800"/>
            <a:ext cx="5803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Figure caption.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snippet and callouts</a:t>
            </a:r>
            <a:br/>
            <a:r>
              <a:rPr sz="1800"/>
              <a:t>The header might expand into the second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title spanning two lines is often used in slide decks to formulate a proper full claim.</a:t>
            </a:r>
          </a:p>
          <a:p>
            <a:pPr lvl="0" indent="0" marL="0">
              <a:buNone/>
            </a:pPr>
            <a:r>
              <a:rPr/>
              <a:t>Syntax highlighting is supported in code snippet too. Callout boxes are available with appropriate icons or colors.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f(x, square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Python code snippet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(x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square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x</a:t>
            </a:r>
          </a:p>
          <a:p>
            <a:pPr lvl="0" indent="0" marL="1270000">
              <a:buNone/>
            </a:pPr>
            <a:r>
              <a:rPr sz="2000" b="1"/>
              <a:t>Markdown syntax</a:t>
            </a:r>
          </a:p>
          <a:p>
            <a:pPr lvl="0" indent="0" marL="1270000">
              <a:buNone/>
            </a:pPr>
            <a:r>
              <a:rPr sz="2000"/>
              <a:t>The manuscript is written in </a:t>
            </a:r>
            <a:r>
              <a:rPr sz="2000">
                <a:hlinkClick r:id="rId2"/>
              </a:rPr>
              <a:t>Markdown</a:t>
            </a:r>
            <a:r>
              <a:rPr sz="2000"/>
              <a:t>, a plain-text </a:t>
            </a:r>
            <a:r>
              <a:rPr sz="2000" b="1"/>
              <a:t>easy syntax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Dummy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Lorem ipsum dolor sit amet, consectetur adipiscing elit. Donec semper leo nec quam aliquam consectetur.</a:t>
            </a:r>
          </a:p>
          <a:p>
            <a:pPr lvl="0" indent="0" marL="0">
              <a:buNone/>
            </a:pPr>
            <a:r>
              <a:rPr/>
              <a:t>[1] G. Close, “Technical Writing and Publishing Data-Rich Articles with Quarto,” Sept. 22, 2022. [Online]. Available: </a:t>
            </a:r>
            <a:r>
              <a:rPr>
                <a:hlinkClick r:id="rId2"/>
              </a:rPr>
              <a:t>https://towardsdatascience.com/technical-writing-and-publishing-data-rich-articles-with-quarto-d61a56bcaa64/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rgbClr val="FAFAFA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66F5"/>
      </a:hlink>
      <a:folHlink>
        <a:srgbClr val="1E66F5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rgbClr val="FAFAFA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1E66F5"/>
      </a:hlink>
      <a:folHlink>
        <a:srgbClr val="1E66F5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Formatting Technical Memo with Quarto</dc:title>
  <dc:creator>First Author; Second Author; Third Author</dc:creator>
  <cp:keywords/>
  <dcterms:created xsi:type="dcterms:W3CDTF">2026-10-21T17:03:53Z</dcterms:created>
  <dcterms:modified xsi:type="dcterms:W3CDTF">2026-10-21T17:03:53Z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>This is an minimum technical memo containing the usual elements of technical writing: figure, table, equation, citation, bibliography, code snippet, and appendix. The document is rendered to PDF by Quarto with a custom extension which provides several styles. A memo style (inspired from Tufte handout style) for brief report, a 2-column paper style for scientific article, and a A3 poster style. The PDF is rendered with the modern Typst engine, which is built into Quarto.</vt:lpwstr>
  </property>
  <property fmtid="{D5CDD505-2E9C-101B-9397-08002B2CF9AE}" pid="3" name="affiliations">
    <vt:lpwstr/>
  </property>
  <property fmtid="{D5CDD505-2E9C-101B-9397-08002B2CF9AE}" pid="4" name="authors">
    <vt:lpwstr/>
  </property>
  <property fmtid="{D5CDD505-2E9C-101B-9397-08002B2CF9AE}" pid="5" name="biblio-config">
    <vt:lpwstr>True</vt:lpwstr>
  </property>
  <property fmtid="{D5CDD505-2E9C-101B-9397-08002B2CF9AE}" pid="6" name="bibliography">
    <vt:lpwstr>biblio.bib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csl">
    <vt:lpwstr>_extensions/slides-pptx/ieee-with-url.csl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nk-citations">
    <vt:lpwstr>True</vt:lpwstr>
  </property>
  <property fmtid="{D5CDD505-2E9C-101B-9397-08002B2CF9AE}" pid="16" name="revealjs-plugins">
    <vt:lpwstr/>
  </property>
  <property fmtid="{D5CDD505-2E9C-101B-9397-08002B2CF9AE}" pid="17" name="subtitle">
    <vt:lpwstr>A minimum example using the quarto-tech-memo extension</vt:lpwstr>
  </property>
  <property fmtid="{D5CDD505-2E9C-101B-9397-08002B2CF9AE}" pid="18" name="toc-title">
    <vt:lpwstr>Table of contents</vt:lpwstr>
  </property>
  <property fmtid="{D5CDD505-2E9C-101B-9397-08002B2CF9AE}" pid="19" name="url">
    <vt:lpwstr>https://github.com/gael-close/quarto-tech-memo</vt:lpwstr>
  </property>
</Properties>
</file>